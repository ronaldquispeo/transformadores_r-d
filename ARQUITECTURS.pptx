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6095FE-E130-4E49-9606-763F09F0EA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5253BE7-C43B-46F8-A863-E21184B7C8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ABF224F-1F1E-4CD9-A8FE-0EAD7AEE8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A6DF1-ED19-408F-AB85-5EA8852F48B8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E84AF7-94CD-4508-9035-02761F84D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9986B95-9222-4F49-B7C5-308DF3BAC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7149-EE25-4180-8B1D-12008B4A9FF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279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093A88-6B04-493B-B699-86006AF0B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0A9FEE-7CEE-43A6-93C3-53C324DCA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E009B0-9939-4B3A-9A95-FC04502E4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A6DF1-ED19-408F-AB85-5EA8852F48B8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7A2677B-B349-4489-AD20-BCC7503D3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6333B0D-2729-4DDD-9B36-1637BF59B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7149-EE25-4180-8B1D-12008B4A9FF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849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77E635-F77C-426E-816A-E9B186ABC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88D1F88-D276-4DE7-976F-BC5C0F0079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30FE749-D4D9-401F-8776-EE7042077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A6DF1-ED19-408F-AB85-5EA8852F48B8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7613EAF-2D7B-4BE7-A8CE-918BE463A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2254829-99AA-4D43-B6C4-D79542F4D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7149-EE25-4180-8B1D-12008B4A9FF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686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8AE96D-7824-4FB9-9BCA-50FB44E09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5E4DE09-EBB8-4D4E-9AE5-043A0629DD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A3AC7A8-63A2-4972-A2EE-2D9B707660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4E12672-1C90-47A6-A1D8-CF2B1E03D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A6DF1-ED19-408F-AB85-5EA8852F48B8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236475-5C68-433C-A0AB-31F46058E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9C2B177-D16A-4D1B-93FA-08CFC3D39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7149-EE25-4180-8B1D-12008B4A9FF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984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812144-AA73-45C9-B7D8-9040E9CA3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82C43C9-79B8-443F-9877-79AFD11157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F5C59F7-0670-4FA5-9388-7DFA4E4244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0FD5AA4-D17B-4F38-8EE7-42D65401D2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9350E0E-06CB-4BB7-A6D8-254F41710B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A799103-1D09-4026-ABDB-2FD03BE35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A6DF1-ED19-408F-AB85-5EA8852F48B8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A82DF32-FFCD-4E3D-AEFF-9C7EDBEF2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2D4144A-5530-430B-92C5-5CEB60528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7149-EE25-4180-8B1D-12008B4A9FF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000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0EBBDD-22CE-4361-889C-FB3B5045F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76536F5-99B1-4761-8AE3-1F4042C7B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A6DF1-ED19-408F-AB85-5EA8852F48B8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56843E5-8883-46FE-9EB5-B5FC780CA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FAA7611-A873-405B-8F7B-91774F8B0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7149-EE25-4180-8B1D-12008B4A9FF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974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6B50C81-C9FA-459B-A435-276795CF9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A6DF1-ED19-408F-AB85-5EA8852F48B8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46A6386-2E8D-4038-8201-F655B6FB9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FA6B73A-C6C1-4359-88B6-E6C121DBB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7149-EE25-4180-8B1D-12008B4A9FF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897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5E1613-39D5-4DFC-98F8-D130E8C30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53EDEF7-6644-4D56-856E-1971A3E4AD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4B5575E-6699-4F81-9535-21A8C4404B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5681F2E-42BD-4584-B7D7-EE9D460A0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A6DF1-ED19-408F-AB85-5EA8852F48B8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FCA587B-1DCA-40C4-9335-70252C2C9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A9F51D5-4820-4127-AC03-574C962C6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7149-EE25-4180-8B1D-12008B4A9FF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164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35FFA8-1E28-4CEB-9EF0-B2F612EB7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822BFE1-D224-43A5-B782-6969753B4C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ACD29AE-05BF-42D4-BF0B-4AFA8EAB85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E111769-F1D4-429C-B1DE-6FD3999AB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A6DF1-ED19-408F-AB85-5EA8852F48B8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5D54C6-2EB3-4E21-A979-D0CA3DAF7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21FBAB1-12D0-4111-8DBC-5343321D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7149-EE25-4180-8B1D-12008B4A9FF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031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A97333-BE41-4D83-BC7C-2927F0FA3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9E7723B-A70B-4EA7-B184-5FEEFE266B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6AC4A24-9E70-4150-9B7F-BF618EBB1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A6DF1-ED19-408F-AB85-5EA8852F48B8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AD0F1FA-F011-465E-999D-A684395BA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CB371B-E93D-43CC-8BEA-60C79721D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7149-EE25-4180-8B1D-12008B4A9FF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429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46C7DF-27E2-4ECA-AE42-31D7B029A3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A744D36-D667-4C9E-8AE0-FF05EE8B3B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310EFFD-51ED-4681-86F2-296E133EC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A6DF1-ED19-408F-AB85-5EA8852F48B8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4945A4A-3112-4F3D-962E-E1F5D78D0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D9B1F54-8271-473D-8EB2-41EDD1B27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7149-EE25-4180-8B1D-12008B4A9FF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337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FDBA9A9-BA1D-4ECE-BA0B-699E9930C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2189BA4-9845-49DC-A556-12FE168126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726672-531E-4E7F-9CBB-8B0B981477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7A6DF1-ED19-408F-AB85-5EA8852F48B8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B4FA03-ACCF-4A35-919F-9E4997F230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8BA15D6-E77C-4905-A7C2-C5FB32AFB3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1F7149-EE25-4180-8B1D-12008B4A9FF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981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5313B1FF-7B57-42F7-8C4A-882D341F3BF0}"/>
              </a:ext>
            </a:extLst>
          </p:cNvPr>
          <p:cNvSpPr/>
          <p:nvPr/>
        </p:nvSpPr>
        <p:spPr>
          <a:xfrm>
            <a:off x="2541862" y="63276"/>
            <a:ext cx="562063" cy="3942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/>
              <a:t>DGA</a:t>
            </a:r>
            <a:endParaRPr lang="en-US" sz="14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EF1495F-48A9-49F8-B712-1ECFCC7A7368}"/>
              </a:ext>
            </a:extLst>
          </p:cNvPr>
          <p:cNvSpPr/>
          <p:nvPr/>
        </p:nvSpPr>
        <p:spPr>
          <a:xfrm>
            <a:off x="2541862" y="639248"/>
            <a:ext cx="562063" cy="3942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/>
              <a:t>ACE</a:t>
            </a:r>
            <a:endParaRPr lang="en-US" sz="1400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8F0F28C-C087-41EF-A704-D263D911AB4D}"/>
              </a:ext>
            </a:extLst>
          </p:cNvPr>
          <p:cNvSpPr/>
          <p:nvPr/>
        </p:nvSpPr>
        <p:spPr>
          <a:xfrm>
            <a:off x="2541862" y="1684254"/>
            <a:ext cx="562063" cy="3942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/>
              <a:t>AIS</a:t>
            </a:r>
            <a:endParaRPr lang="en-US" sz="1400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A94DF0A-F95A-4A08-98FF-5EF19F2974E8}"/>
              </a:ext>
            </a:extLst>
          </p:cNvPr>
          <p:cNvSpPr/>
          <p:nvPr/>
        </p:nvSpPr>
        <p:spPr>
          <a:xfrm>
            <a:off x="2541857" y="3155486"/>
            <a:ext cx="562063" cy="3942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/>
              <a:t>ARR</a:t>
            </a:r>
            <a:endParaRPr lang="en-US" sz="140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9A898BF-4B4E-42FC-9A22-A7D6DAD3C8DB}"/>
              </a:ext>
            </a:extLst>
          </p:cNvPr>
          <p:cNvSpPr/>
          <p:nvPr/>
        </p:nvSpPr>
        <p:spPr>
          <a:xfrm>
            <a:off x="2541859" y="4445456"/>
            <a:ext cx="562063" cy="3942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/>
              <a:t>NUC</a:t>
            </a:r>
            <a:endParaRPr lang="en-US" sz="1400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FEDF6E4-4CE8-46F9-A822-5CA35691E35F}"/>
              </a:ext>
            </a:extLst>
          </p:cNvPr>
          <p:cNvSpPr/>
          <p:nvPr/>
        </p:nvSpPr>
        <p:spPr>
          <a:xfrm>
            <a:off x="2541860" y="5300081"/>
            <a:ext cx="562063" cy="3942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/>
              <a:t>OLTC</a:t>
            </a:r>
            <a:endParaRPr lang="en-US" sz="1400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F607DB5-A0AD-422B-96D6-C5C905EFDCB9}"/>
              </a:ext>
            </a:extLst>
          </p:cNvPr>
          <p:cNvSpPr/>
          <p:nvPr/>
        </p:nvSpPr>
        <p:spPr>
          <a:xfrm>
            <a:off x="2541858" y="6219899"/>
            <a:ext cx="562063" cy="3942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/>
              <a:t>BUS</a:t>
            </a:r>
            <a:endParaRPr lang="en-US" sz="1400" dirty="0"/>
          </a:p>
        </p:txBody>
      </p:sp>
      <p:pic>
        <p:nvPicPr>
          <p:cNvPr id="1030" name="Picture 6" descr="sobresalir ">
            <a:extLst>
              <a:ext uri="{FF2B5EF4-FFF2-40B4-BE49-F238E27FC236}">
                <a16:creationId xmlns:a16="http://schemas.microsoft.com/office/drawing/2014/main" id="{0EB4580D-34F3-47D9-95DE-F973029CD0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888" y="188042"/>
            <a:ext cx="274320" cy="27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" descr="sobresalir ">
            <a:extLst>
              <a:ext uri="{FF2B5EF4-FFF2-40B4-BE49-F238E27FC236}">
                <a16:creationId xmlns:a16="http://schemas.microsoft.com/office/drawing/2014/main" id="{07B1893E-AA37-45E0-9B00-BFA1A7DA95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281" y="756167"/>
            <a:ext cx="274320" cy="27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6" descr="sobresalir ">
            <a:extLst>
              <a:ext uri="{FF2B5EF4-FFF2-40B4-BE49-F238E27FC236}">
                <a16:creationId xmlns:a16="http://schemas.microsoft.com/office/drawing/2014/main" id="{57856267-93EB-4F8B-9D3C-A4C364F82E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888" y="1607076"/>
            <a:ext cx="274320" cy="27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6" descr="sobresalir ">
            <a:extLst>
              <a:ext uri="{FF2B5EF4-FFF2-40B4-BE49-F238E27FC236}">
                <a16:creationId xmlns:a16="http://schemas.microsoft.com/office/drawing/2014/main" id="{57BEFF61-7755-4E19-B7C2-4C746EC7BF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884" y="1969659"/>
            <a:ext cx="274320" cy="27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6" descr="sobresalir ">
            <a:extLst>
              <a:ext uri="{FF2B5EF4-FFF2-40B4-BE49-F238E27FC236}">
                <a16:creationId xmlns:a16="http://schemas.microsoft.com/office/drawing/2014/main" id="{EC0E11DE-C0A7-4CFF-9340-C4A5361A84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884" y="2457690"/>
            <a:ext cx="274320" cy="27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6" descr="sobresalir ">
            <a:extLst>
              <a:ext uri="{FF2B5EF4-FFF2-40B4-BE49-F238E27FC236}">
                <a16:creationId xmlns:a16="http://schemas.microsoft.com/office/drawing/2014/main" id="{5A3849B6-E3DD-48B6-938F-0C4CA73BB2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884" y="2942689"/>
            <a:ext cx="274320" cy="27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6" descr="sobresalir ">
            <a:extLst>
              <a:ext uri="{FF2B5EF4-FFF2-40B4-BE49-F238E27FC236}">
                <a16:creationId xmlns:a16="http://schemas.microsoft.com/office/drawing/2014/main" id="{6EF91D2A-30BB-4F0A-859E-731E31520B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884" y="3310727"/>
            <a:ext cx="274320" cy="27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6" descr="sobresalir ">
            <a:extLst>
              <a:ext uri="{FF2B5EF4-FFF2-40B4-BE49-F238E27FC236}">
                <a16:creationId xmlns:a16="http://schemas.microsoft.com/office/drawing/2014/main" id="{D2DEFB37-7358-4647-8292-473FC2A6FB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884" y="3683457"/>
            <a:ext cx="274320" cy="27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6" descr="sobresalir ">
            <a:extLst>
              <a:ext uri="{FF2B5EF4-FFF2-40B4-BE49-F238E27FC236}">
                <a16:creationId xmlns:a16="http://schemas.microsoft.com/office/drawing/2014/main" id="{52A6B3F9-30CA-4507-B235-5635A1D224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282" y="4551237"/>
            <a:ext cx="274320" cy="27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6" descr="sobresalir ">
            <a:extLst>
              <a:ext uri="{FF2B5EF4-FFF2-40B4-BE49-F238E27FC236}">
                <a16:creationId xmlns:a16="http://schemas.microsoft.com/office/drawing/2014/main" id="{93384630-61CE-4F1B-932F-19EA8701E1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282" y="4922446"/>
            <a:ext cx="274320" cy="27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788935C1-CB72-4823-8011-B38A9526B6C6}"/>
              </a:ext>
            </a:extLst>
          </p:cNvPr>
          <p:cNvSpPr txBox="1"/>
          <p:nvPr/>
        </p:nvSpPr>
        <p:spPr>
          <a:xfrm>
            <a:off x="192287" y="1356"/>
            <a:ext cx="12795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800" dirty="0"/>
              <a:t>Análisis de gases disueltos</a:t>
            </a:r>
            <a:endParaRPr lang="en-US" sz="800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A88DF0B1-73C3-4FC8-AB1F-1FE3E4E31D7A}"/>
              </a:ext>
            </a:extLst>
          </p:cNvPr>
          <p:cNvSpPr txBox="1"/>
          <p:nvPr/>
        </p:nvSpPr>
        <p:spPr>
          <a:xfrm>
            <a:off x="407888" y="605425"/>
            <a:ext cx="8451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800" dirty="0"/>
              <a:t>Físico - Químico</a:t>
            </a:r>
            <a:endParaRPr lang="en-US" sz="800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9D6297A1-4C17-4B4F-922B-8533D30BE10C}"/>
              </a:ext>
            </a:extLst>
          </p:cNvPr>
          <p:cNvSpPr txBox="1"/>
          <p:nvPr/>
        </p:nvSpPr>
        <p:spPr>
          <a:xfrm>
            <a:off x="458385" y="1085553"/>
            <a:ext cx="74732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800" dirty="0"/>
              <a:t>Vida utilizada</a:t>
            </a:r>
            <a:endParaRPr lang="en-US" sz="800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CFEF3D9D-5217-4313-AA5D-1A9BD2102DE1}"/>
              </a:ext>
            </a:extLst>
          </p:cNvPr>
          <p:cNvSpPr txBox="1"/>
          <p:nvPr/>
        </p:nvSpPr>
        <p:spPr>
          <a:xfrm>
            <a:off x="341365" y="1453397"/>
            <a:ext cx="98135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800" dirty="0"/>
              <a:t>Energía acumulada</a:t>
            </a:r>
            <a:endParaRPr lang="en-US" sz="800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16BD7A5E-41BE-4A23-B166-D51F80402C4E}"/>
              </a:ext>
            </a:extLst>
          </p:cNvPr>
          <p:cNvSpPr txBox="1"/>
          <p:nvPr/>
        </p:nvSpPr>
        <p:spPr>
          <a:xfrm>
            <a:off x="572197" y="1817041"/>
            <a:ext cx="5196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800" dirty="0"/>
              <a:t>Furanos</a:t>
            </a:r>
            <a:endParaRPr lang="en-US" sz="800" dirty="0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083A1708-8EFD-4883-AC4F-CB288D285461}"/>
              </a:ext>
            </a:extLst>
          </p:cNvPr>
          <p:cNvSpPr txBox="1"/>
          <p:nvPr/>
        </p:nvSpPr>
        <p:spPr>
          <a:xfrm>
            <a:off x="201336" y="2174377"/>
            <a:ext cx="13211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800" dirty="0"/>
              <a:t>Factor de potencia</a:t>
            </a:r>
          </a:p>
          <a:p>
            <a:pPr algn="ctr"/>
            <a:r>
              <a:rPr lang="es-PE" sz="800" dirty="0"/>
              <a:t>Capacitancia de devanados</a:t>
            </a:r>
            <a:endParaRPr lang="en-US" sz="800" dirty="0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699BB733-934A-46AB-BEFA-BB772FA9A1AA}"/>
              </a:ext>
            </a:extLst>
          </p:cNvPr>
          <p:cNvSpPr txBox="1"/>
          <p:nvPr/>
        </p:nvSpPr>
        <p:spPr>
          <a:xfrm>
            <a:off x="339763" y="2790002"/>
            <a:ext cx="98296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800" dirty="0"/>
              <a:t>Resistencia óhmica</a:t>
            </a:r>
            <a:endParaRPr lang="en-US" sz="800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171C1980-FDE7-49F3-BB83-A852F0ECF973}"/>
              </a:ext>
            </a:extLst>
          </p:cNvPr>
          <p:cNvSpPr txBox="1"/>
          <p:nvPr/>
        </p:nvSpPr>
        <p:spPr>
          <a:xfrm>
            <a:off x="201336" y="3157048"/>
            <a:ext cx="13356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800" dirty="0"/>
              <a:t>Relación de transformación</a:t>
            </a:r>
            <a:endParaRPr lang="en-US" sz="8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8A6D205C-A06B-4BA8-845F-535FC5F0AFA3}"/>
              </a:ext>
            </a:extLst>
          </p:cNvPr>
          <p:cNvSpPr txBox="1"/>
          <p:nvPr/>
        </p:nvSpPr>
        <p:spPr>
          <a:xfrm>
            <a:off x="299120" y="3527579"/>
            <a:ext cx="122341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800" dirty="0"/>
              <a:t>Reactancia de dispersión</a:t>
            </a:r>
            <a:endParaRPr lang="en-US" sz="800" dirty="0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86DABFCB-8675-4541-ADDC-AFD4D0424166}"/>
              </a:ext>
            </a:extLst>
          </p:cNvPr>
          <p:cNvSpPr txBox="1"/>
          <p:nvPr/>
        </p:nvSpPr>
        <p:spPr>
          <a:xfrm>
            <a:off x="189081" y="4029951"/>
            <a:ext cx="128272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800" dirty="0"/>
              <a:t>Sobreexcitación de núcleo</a:t>
            </a:r>
            <a:endParaRPr lang="en-US" sz="8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D63ED2D3-F0A1-41FA-BFFE-F12DC84DA073}"/>
              </a:ext>
            </a:extLst>
          </p:cNvPr>
          <p:cNvSpPr txBox="1"/>
          <p:nvPr/>
        </p:nvSpPr>
        <p:spPr>
          <a:xfrm>
            <a:off x="254002" y="4399792"/>
            <a:ext cx="11528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800" dirty="0"/>
              <a:t>Corriente de excitación</a:t>
            </a:r>
            <a:endParaRPr lang="en-US" sz="800" dirty="0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9234A3A6-CC9B-4297-BF11-2747CA54F481}"/>
              </a:ext>
            </a:extLst>
          </p:cNvPr>
          <p:cNvSpPr txBox="1"/>
          <p:nvPr/>
        </p:nvSpPr>
        <p:spPr>
          <a:xfrm>
            <a:off x="9711" y="4767666"/>
            <a:ext cx="159530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800" dirty="0"/>
              <a:t>Resistencia de aislamiento núcleo</a:t>
            </a:r>
            <a:endParaRPr lang="en-US" sz="800" dirty="0"/>
          </a:p>
        </p:txBody>
      </p:sp>
      <p:pic>
        <p:nvPicPr>
          <p:cNvPr id="38" name="Picture 6" descr="sobresalir ">
            <a:extLst>
              <a:ext uri="{FF2B5EF4-FFF2-40B4-BE49-F238E27FC236}">
                <a16:creationId xmlns:a16="http://schemas.microsoft.com/office/drawing/2014/main" id="{3D9F31AB-3E5F-4F26-A062-7D89AC9FF1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937" y="5420044"/>
            <a:ext cx="274320" cy="27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CuadroTexto 38">
            <a:extLst>
              <a:ext uri="{FF2B5EF4-FFF2-40B4-BE49-F238E27FC236}">
                <a16:creationId xmlns:a16="http://schemas.microsoft.com/office/drawing/2014/main" id="{1A3C3804-CA48-4A28-A8C7-62EF1EF1DE91}"/>
              </a:ext>
            </a:extLst>
          </p:cNvPr>
          <p:cNvSpPr txBox="1"/>
          <p:nvPr/>
        </p:nvSpPr>
        <p:spPr>
          <a:xfrm>
            <a:off x="458385" y="5238158"/>
            <a:ext cx="6848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800" dirty="0"/>
              <a:t>Aceite OLTC</a:t>
            </a:r>
            <a:endParaRPr lang="en-US" sz="800" dirty="0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B8043CFF-3BAF-46C2-A3B4-0BC347FC5AAB}"/>
              </a:ext>
            </a:extLst>
          </p:cNvPr>
          <p:cNvSpPr txBox="1"/>
          <p:nvPr/>
        </p:nvSpPr>
        <p:spPr>
          <a:xfrm>
            <a:off x="-22517" y="5784784"/>
            <a:ext cx="16466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800" dirty="0"/>
              <a:t>Factor de potencia C1 y C2</a:t>
            </a:r>
          </a:p>
          <a:p>
            <a:r>
              <a:rPr lang="es-PE" sz="800" dirty="0"/>
              <a:t>Capacitancia de devanados C1 y C2</a:t>
            </a:r>
            <a:endParaRPr lang="en-US" sz="800" dirty="0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72E2C90C-2695-4225-A33F-4DED4ECFDD67}"/>
              </a:ext>
            </a:extLst>
          </p:cNvPr>
          <p:cNvSpPr txBox="1"/>
          <p:nvPr/>
        </p:nvSpPr>
        <p:spPr>
          <a:xfrm>
            <a:off x="399553" y="6383212"/>
            <a:ext cx="78098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800" dirty="0"/>
              <a:t>Collar caliente</a:t>
            </a:r>
            <a:endParaRPr lang="en-US" sz="800" dirty="0"/>
          </a:p>
        </p:txBody>
      </p:sp>
      <p:pic>
        <p:nvPicPr>
          <p:cNvPr id="42" name="Picture 6" descr="sobresalir ">
            <a:extLst>
              <a:ext uri="{FF2B5EF4-FFF2-40B4-BE49-F238E27FC236}">
                <a16:creationId xmlns:a16="http://schemas.microsoft.com/office/drawing/2014/main" id="{50DFF75F-A09F-46B0-834C-5B988A6527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626" y="6101683"/>
            <a:ext cx="274320" cy="27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6" descr="sobresalir ">
            <a:extLst>
              <a:ext uri="{FF2B5EF4-FFF2-40B4-BE49-F238E27FC236}">
                <a16:creationId xmlns:a16="http://schemas.microsoft.com/office/drawing/2014/main" id="{D58C263C-3472-4AEB-8A36-2686BF7D61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626" y="6565854"/>
            <a:ext cx="274320" cy="27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727B0AD9-44B3-4FDA-B8CF-AF0F008E0C2D}"/>
              </a:ext>
            </a:extLst>
          </p:cNvPr>
          <p:cNvCxnSpPr>
            <a:cxnSpLocks/>
          </p:cNvCxnSpPr>
          <p:nvPr/>
        </p:nvCxnSpPr>
        <p:spPr>
          <a:xfrm flipV="1">
            <a:off x="1612500" y="260417"/>
            <a:ext cx="836206" cy="6766"/>
          </a:xfrm>
          <a:prstGeom prst="straightConnector1">
            <a:avLst/>
          </a:prstGeom>
          <a:ln w="3175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de flecha 46">
            <a:extLst>
              <a:ext uri="{FF2B5EF4-FFF2-40B4-BE49-F238E27FC236}">
                <a16:creationId xmlns:a16="http://schemas.microsoft.com/office/drawing/2014/main" id="{EF5A793C-73FC-4082-914E-39CEF1B193BD}"/>
              </a:ext>
            </a:extLst>
          </p:cNvPr>
          <p:cNvCxnSpPr>
            <a:cxnSpLocks/>
          </p:cNvCxnSpPr>
          <p:nvPr/>
        </p:nvCxnSpPr>
        <p:spPr>
          <a:xfrm flipV="1">
            <a:off x="1612500" y="850731"/>
            <a:ext cx="836206" cy="6766"/>
          </a:xfrm>
          <a:prstGeom prst="straightConnector1">
            <a:avLst/>
          </a:prstGeom>
          <a:ln w="3175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de flecha 47">
            <a:extLst>
              <a:ext uri="{FF2B5EF4-FFF2-40B4-BE49-F238E27FC236}">
                <a16:creationId xmlns:a16="http://schemas.microsoft.com/office/drawing/2014/main" id="{F7B0871E-232B-49FE-8CE3-6B5F711AE2D6}"/>
              </a:ext>
            </a:extLst>
          </p:cNvPr>
          <p:cNvCxnSpPr>
            <a:cxnSpLocks/>
          </p:cNvCxnSpPr>
          <p:nvPr/>
        </p:nvCxnSpPr>
        <p:spPr>
          <a:xfrm>
            <a:off x="1612500" y="1441045"/>
            <a:ext cx="794733" cy="333952"/>
          </a:xfrm>
          <a:prstGeom prst="straightConnector1">
            <a:avLst/>
          </a:prstGeom>
          <a:ln w="3175">
            <a:solidFill>
              <a:srgbClr val="FFC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70590576-9027-4EDC-A5C5-CA017202299E}"/>
              </a:ext>
            </a:extLst>
          </p:cNvPr>
          <p:cNvCxnSpPr>
            <a:cxnSpLocks/>
          </p:cNvCxnSpPr>
          <p:nvPr/>
        </p:nvCxnSpPr>
        <p:spPr>
          <a:xfrm>
            <a:off x="1624088" y="1774997"/>
            <a:ext cx="781778" cy="55353"/>
          </a:xfrm>
          <a:prstGeom prst="straightConnector1">
            <a:avLst/>
          </a:prstGeom>
          <a:ln w="3175">
            <a:solidFill>
              <a:srgbClr val="FF0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de flecha 52">
            <a:extLst>
              <a:ext uri="{FF2B5EF4-FFF2-40B4-BE49-F238E27FC236}">
                <a16:creationId xmlns:a16="http://schemas.microsoft.com/office/drawing/2014/main" id="{07AF1D38-FC1F-45B0-894B-8626F51CCC54}"/>
              </a:ext>
            </a:extLst>
          </p:cNvPr>
          <p:cNvCxnSpPr>
            <a:cxnSpLocks/>
          </p:cNvCxnSpPr>
          <p:nvPr/>
        </p:nvCxnSpPr>
        <p:spPr>
          <a:xfrm flipV="1">
            <a:off x="1624088" y="1910628"/>
            <a:ext cx="783145" cy="121857"/>
          </a:xfrm>
          <a:prstGeom prst="straightConnector1">
            <a:avLst/>
          </a:prstGeom>
          <a:ln w="3175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31E0BD75-7CC5-44A5-96C6-5ECF9A007379}"/>
              </a:ext>
            </a:extLst>
          </p:cNvPr>
          <p:cNvCxnSpPr>
            <a:cxnSpLocks/>
          </p:cNvCxnSpPr>
          <p:nvPr/>
        </p:nvCxnSpPr>
        <p:spPr>
          <a:xfrm flipV="1">
            <a:off x="1645219" y="1986541"/>
            <a:ext cx="759639" cy="357113"/>
          </a:xfrm>
          <a:prstGeom prst="straightConnector1">
            <a:avLst/>
          </a:prstGeom>
          <a:ln w="3175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cto de flecha 64">
            <a:extLst>
              <a:ext uri="{FF2B5EF4-FFF2-40B4-BE49-F238E27FC236}">
                <a16:creationId xmlns:a16="http://schemas.microsoft.com/office/drawing/2014/main" id="{9CE35B89-D8EA-4219-95E2-E53075697362}"/>
              </a:ext>
            </a:extLst>
          </p:cNvPr>
          <p:cNvCxnSpPr>
            <a:cxnSpLocks/>
          </p:cNvCxnSpPr>
          <p:nvPr/>
        </p:nvCxnSpPr>
        <p:spPr>
          <a:xfrm>
            <a:off x="1532157" y="4326645"/>
            <a:ext cx="837710" cy="210012"/>
          </a:xfrm>
          <a:prstGeom prst="straightConnector1">
            <a:avLst/>
          </a:prstGeom>
          <a:ln w="3175">
            <a:solidFill>
              <a:srgbClr val="FFC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cto de flecha 65">
            <a:extLst>
              <a:ext uri="{FF2B5EF4-FFF2-40B4-BE49-F238E27FC236}">
                <a16:creationId xmlns:a16="http://schemas.microsoft.com/office/drawing/2014/main" id="{D6D680FB-F60D-4851-B26F-A8BEDAAA5803}"/>
              </a:ext>
            </a:extLst>
          </p:cNvPr>
          <p:cNvCxnSpPr>
            <a:cxnSpLocks/>
          </p:cNvCxnSpPr>
          <p:nvPr/>
        </p:nvCxnSpPr>
        <p:spPr>
          <a:xfrm flipV="1">
            <a:off x="1532157" y="4614271"/>
            <a:ext cx="837710" cy="75175"/>
          </a:xfrm>
          <a:prstGeom prst="straightConnector1">
            <a:avLst/>
          </a:prstGeom>
          <a:ln w="3175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cto de flecha 66">
            <a:extLst>
              <a:ext uri="{FF2B5EF4-FFF2-40B4-BE49-F238E27FC236}">
                <a16:creationId xmlns:a16="http://schemas.microsoft.com/office/drawing/2014/main" id="{7918FA7E-D4CA-42B3-9AFD-B1AEFD914B86}"/>
              </a:ext>
            </a:extLst>
          </p:cNvPr>
          <p:cNvCxnSpPr>
            <a:cxnSpLocks/>
          </p:cNvCxnSpPr>
          <p:nvPr/>
        </p:nvCxnSpPr>
        <p:spPr>
          <a:xfrm flipV="1">
            <a:off x="1536958" y="4672290"/>
            <a:ext cx="832909" cy="310820"/>
          </a:xfrm>
          <a:prstGeom prst="straightConnector1">
            <a:avLst/>
          </a:prstGeom>
          <a:ln w="3175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ector recto de flecha 86">
            <a:extLst>
              <a:ext uri="{FF2B5EF4-FFF2-40B4-BE49-F238E27FC236}">
                <a16:creationId xmlns:a16="http://schemas.microsoft.com/office/drawing/2014/main" id="{8EA7A55B-B498-4BE5-8468-1CE7DCEBA162}"/>
              </a:ext>
            </a:extLst>
          </p:cNvPr>
          <p:cNvCxnSpPr>
            <a:cxnSpLocks/>
          </p:cNvCxnSpPr>
          <p:nvPr/>
        </p:nvCxnSpPr>
        <p:spPr>
          <a:xfrm flipV="1">
            <a:off x="1471804" y="5490810"/>
            <a:ext cx="836206" cy="6766"/>
          </a:xfrm>
          <a:prstGeom prst="straightConnector1">
            <a:avLst/>
          </a:prstGeom>
          <a:ln w="3175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recto de flecha 87">
            <a:extLst>
              <a:ext uri="{FF2B5EF4-FFF2-40B4-BE49-F238E27FC236}">
                <a16:creationId xmlns:a16="http://schemas.microsoft.com/office/drawing/2014/main" id="{7213AABA-124E-4C8D-991D-70DD541DCD32}"/>
              </a:ext>
            </a:extLst>
          </p:cNvPr>
          <p:cNvCxnSpPr>
            <a:cxnSpLocks/>
          </p:cNvCxnSpPr>
          <p:nvPr/>
        </p:nvCxnSpPr>
        <p:spPr>
          <a:xfrm>
            <a:off x="1482224" y="6238843"/>
            <a:ext cx="887643" cy="137160"/>
          </a:xfrm>
          <a:prstGeom prst="straightConnector1">
            <a:avLst/>
          </a:prstGeom>
          <a:ln w="3175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cto de flecha 89">
            <a:extLst>
              <a:ext uri="{FF2B5EF4-FFF2-40B4-BE49-F238E27FC236}">
                <a16:creationId xmlns:a16="http://schemas.microsoft.com/office/drawing/2014/main" id="{C139DF7B-CA82-412C-88B7-7080DBEF3CDD}"/>
              </a:ext>
            </a:extLst>
          </p:cNvPr>
          <p:cNvCxnSpPr>
            <a:cxnSpLocks/>
          </p:cNvCxnSpPr>
          <p:nvPr/>
        </p:nvCxnSpPr>
        <p:spPr>
          <a:xfrm flipV="1">
            <a:off x="1482224" y="6483445"/>
            <a:ext cx="887643" cy="219569"/>
          </a:xfrm>
          <a:prstGeom prst="straightConnector1">
            <a:avLst/>
          </a:prstGeom>
          <a:ln w="3175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ector recto de flecha 92">
            <a:extLst>
              <a:ext uri="{FF2B5EF4-FFF2-40B4-BE49-F238E27FC236}">
                <a16:creationId xmlns:a16="http://schemas.microsoft.com/office/drawing/2014/main" id="{5D9F67C6-1252-4BBF-975A-7D7700E112E2}"/>
              </a:ext>
            </a:extLst>
          </p:cNvPr>
          <p:cNvCxnSpPr>
            <a:cxnSpLocks/>
          </p:cNvCxnSpPr>
          <p:nvPr/>
        </p:nvCxnSpPr>
        <p:spPr>
          <a:xfrm>
            <a:off x="1563584" y="3048714"/>
            <a:ext cx="837710" cy="210012"/>
          </a:xfrm>
          <a:prstGeom prst="straightConnector1">
            <a:avLst/>
          </a:prstGeom>
          <a:ln w="3175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ector recto de flecha 93">
            <a:extLst>
              <a:ext uri="{FF2B5EF4-FFF2-40B4-BE49-F238E27FC236}">
                <a16:creationId xmlns:a16="http://schemas.microsoft.com/office/drawing/2014/main" id="{BCD603D5-9FFD-432A-9635-580D49899C98}"/>
              </a:ext>
            </a:extLst>
          </p:cNvPr>
          <p:cNvCxnSpPr>
            <a:cxnSpLocks/>
          </p:cNvCxnSpPr>
          <p:nvPr/>
        </p:nvCxnSpPr>
        <p:spPr>
          <a:xfrm flipV="1">
            <a:off x="1563584" y="3336340"/>
            <a:ext cx="837710" cy="75175"/>
          </a:xfrm>
          <a:prstGeom prst="straightConnector1">
            <a:avLst/>
          </a:prstGeom>
          <a:ln w="3175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ector recto de flecha 94">
            <a:extLst>
              <a:ext uri="{FF2B5EF4-FFF2-40B4-BE49-F238E27FC236}">
                <a16:creationId xmlns:a16="http://schemas.microsoft.com/office/drawing/2014/main" id="{84813703-3AA7-46AD-9309-653C6E4BFB3F}"/>
              </a:ext>
            </a:extLst>
          </p:cNvPr>
          <p:cNvCxnSpPr>
            <a:cxnSpLocks/>
          </p:cNvCxnSpPr>
          <p:nvPr/>
        </p:nvCxnSpPr>
        <p:spPr>
          <a:xfrm flipV="1">
            <a:off x="1568385" y="3394359"/>
            <a:ext cx="832909" cy="310820"/>
          </a:xfrm>
          <a:prstGeom prst="straightConnector1">
            <a:avLst/>
          </a:prstGeom>
          <a:ln w="3175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AutoShape 8" descr="Postgres Logo Png, Transparent Png - vhv">
            <a:extLst>
              <a:ext uri="{FF2B5EF4-FFF2-40B4-BE49-F238E27FC236}">
                <a16:creationId xmlns:a16="http://schemas.microsoft.com/office/drawing/2014/main" id="{CD1F9962-B6FD-412C-856E-502B2F2CD1C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7" name="Imagen 96">
            <a:extLst>
              <a:ext uri="{FF2B5EF4-FFF2-40B4-BE49-F238E27FC236}">
                <a16:creationId xmlns:a16="http://schemas.microsoft.com/office/drawing/2014/main" id="{DD623544-9014-485F-BD60-69FEDF12AE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5416" y="2955860"/>
            <a:ext cx="1704027" cy="760959"/>
          </a:xfrm>
          <a:prstGeom prst="rect">
            <a:avLst/>
          </a:prstGeom>
        </p:spPr>
      </p:pic>
      <p:sp>
        <p:nvSpPr>
          <p:cNvPr id="98" name="CuadroTexto 97">
            <a:extLst>
              <a:ext uri="{FF2B5EF4-FFF2-40B4-BE49-F238E27FC236}">
                <a16:creationId xmlns:a16="http://schemas.microsoft.com/office/drawing/2014/main" id="{2CF76AC1-9A44-48CD-87E7-B8AF2FBFF11E}"/>
              </a:ext>
            </a:extLst>
          </p:cNvPr>
          <p:cNvSpPr txBox="1"/>
          <p:nvPr/>
        </p:nvSpPr>
        <p:spPr>
          <a:xfrm>
            <a:off x="173115" y="4152139"/>
            <a:ext cx="12312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b="1" dirty="0">
                <a:solidFill>
                  <a:srgbClr val="0070C0"/>
                </a:solidFill>
              </a:rPr>
              <a:t>SINGLE STORE</a:t>
            </a:r>
            <a:endParaRPr lang="en-US" sz="1400" b="1" dirty="0">
              <a:solidFill>
                <a:srgbClr val="0070C0"/>
              </a:solidFill>
            </a:endParaRPr>
          </a:p>
        </p:txBody>
      </p:sp>
      <p:cxnSp>
        <p:nvCxnSpPr>
          <p:cNvPr id="101" name="Conector recto de flecha 100">
            <a:extLst>
              <a:ext uri="{FF2B5EF4-FFF2-40B4-BE49-F238E27FC236}">
                <a16:creationId xmlns:a16="http://schemas.microsoft.com/office/drawing/2014/main" id="{FE120043-9472-411F-AD30-D35C5B1041DC}"/>
              </a:ext>
            </a:extLst>
          </p:cNvPr>
          <p:cNvCxnSpPr>
            <a:cxnSpLocks/>
            <a:stCxn id="4" idx="3"/>
            <a:endCxn id="97" idx="1"/>
          </p:cNvCxnSpPr>
          <p:nvPr/>
        </p:nvCxnSpPr>
        <p:spPr>
          <a:xfrm>
            <a:off x="3103925" y="260418"/>
            <a:ext cx="1061491" cy="3075922"/>
          </a:xfrm>
          <a:prstGeom prst="straightConnector1">
            <a:avLst/>
          </a:prstGeom>
          <a:ln w="3175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CuadroTexto 101">
            <a:extLst>
              <a:ext uri="{FF2B5EF4-FFF2-40B4-BE49-F238E27FC236}">
                <a16:creationId xmlns:a16="http://schemas.microsoft.com/office/drawing/2014/main" id="{29447B5A-5C50-47DF-A1CB-35487E4834B5}"/>
              </a:ext>
            </a:extLst>
          </p:cNvPr>
          <p:cNvSpPr txBox="1"/>
          <p:nvPr/>
        </p:nvSpPr>
        <p:spPr>
          <a:xfrm>
            <a:off x="240505" y="1232193"/>
            <a:ext cx="12312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b="1" dirty="0">
                <a:solidFill>
                  <a:srgbClr val="0070C0"/>
                </a:solidFill>
              </a:rPr>
              <a:t>SINGLE STORE</a:t>
            </a:r>
            <a:endParaRPr lang="en-US" sz="1400" b="1" dirty="0">
              <a:solidFill>
                <a:srgbClr val="0070C0"/>
              </a:solidFill>
            </a:endParaRPr>
          </a:p>
        </p:txBody>
      </p:sp>
      <p:cxnSp>
        <p:nvCxnSpPr>
          <p:cNvPr id="105" name="Conector recto de flecha 104">
            <a:extLst>
              <a:ext uri="{FF2B5EF4-FFF2-40B4-BE49-F238E27FC236}">
                <a16:creationId xmlns:a16="http://schemas.microsoft.com/office/drawing/2014/main" id="{D93A2BC2-3AFF-472E-9A68-4A2D4451D8F3}"/>
              </a:ext>
            </a:extLst>
          </p:cNvPr>
          <p:cNvCxnSpPr>
            <a:cxnSpLocks/>
            <a:stCxn id="5" idx="3"/>
            <a:endCxn id="97" idx="1"/>
          </p:cNvCxnSpPr>
          <p:nvPr/>
        </p:nvCxnSpPr>
        <p:spPr>
          <a:xfrm>
            <a:off x="3103925" y="836390"/>
            <a:ext cx="1061491" cy="2499950"/>
          </a:xfrm>
          <a:prstGeom prst="straightConnector1">
            <a:avLst/>
          </a:prstGeom>
          <a:ln w="3175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ector recto de flecha 107">
            <a:extLst>
              <a:ext uri="{FF2B5EF4-FFF2-40B4-BE49-F238E27FC236}">
                <a16:creationId xmlns:a16="http://schemas.microsoft.com/office/drawing/2014/main" id="{D48B2A27-B152-48DE-918F-168C8B5B63E5}"/>
              </a:ext>
            </a:extLst>
          </p:cNvPr>
          <p:cNvCxnSpPr>
            <a:cxnSpLocks/>
            <a:stCxn id="6" idx="3"/>
            <a:endCxn id="97" idx="1"/>
          </p:cNvCxnSpPr>
          <p:nvPr/>
        </p:nvCxnSpPr>
        <p:spPr>
          <a:xfrm>
            <a:off x="3103925" y="1881396"/>
            <a:ext cx="1061491" cy="1454944"/>
          </a:xfrm>
          <a:prstGeom prst="straightConnector1">
            <a:avLst/>
          </a:prstGeom>
          <a:ln w="3175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ector recto de flecha 110">
            <a:extLst>
              <a:ext uri="{FF2B5EF4-FFF2-40B4-BE49-F238E27FC236}">
                <a16:creationId xmlns:a16="http://schemas.microsoft.com/office/drawing/2014/main" id="{BA3B8976-2F86-4703-AC5C-81C4F0EFD4C1}"/>
              </a:ext>
            </a:extLst>
          </p:cNvPr>
          <p:cNvCxnSpPr>
            <a:cxnSpLocks/>
            <a:stCxn id="7" idx="3"/>
            <a:endCxn id="97" idx="1"/>
          </p:cNvCxnSpPr>
          <p:nvPr/>
        </p:nvCxnSpPr>
        <p:spPr>
          <a:xfrm flipV="1">
            <a:off x="3103920" y="3336340"/>
            <a:ext cx="1061496" cy="16288"/>
          </a:xfrm>
          <a:prstGeom prst="straightConnector1">
            <a:avLst/>
          </a:prstGeom>
          <a:ln w="3175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recto de flecha 113">
            <a:extLst>
              <a:ext uri="{FF2B5EF4-FFF2-40B4-BE49-F238E27FC236}">
                <a16:creationId xmlns:a16="http://schemas.microsoft.com/office/drawing/2014/main" id="{D4C4FB97-5A72-47BE-96CB-051D0D732B3C}"/>
              </a:ext>
            </a:extLst>
          </p:cNvPr>
          <p:cNvCxnSpPr>
            <a:cxnSpLocks/>
            <a:stCxn id="8" idx="3"/>
            <a:endCxn id="97" idx="1"/>
          </p:cNvCxnSpPr>
          <p:nvPr/>
        </p:nvCxnSpPr>
        <p:spPr>
          <a:xfrm flipV="1">
            <a:off x="3103922" y="3336340"/>
            <a:ext cx="1061494" cy="1306258"/>
          </a:xfrm>
          <a:prstGeom prst="straightConnector1">
            <a:avLst/>
          </a:prstGeom>
          <a:ln w="3175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ector recto de flecha 116">
            <a:extLst>
              <a:ext uri="{FF2B5EF4-FFF2-40B4-BE49-F238E27FC236}">
                <a16:creationId xmlns:a16="http://schemas.microsoft.com/office/drawing/2014/main" id="{9C9B141D-79C1-4942-9809-57F80DA95B10}"/>
              </a:ext>
            </a:extLst>
          </p:cNvPr>
          <p:cNvCxnSpPr>
            <a:cxnSpLocks/>
            <a:stCxn id="9" idx="3"/>
            <a:endCxn id="97" idx="1"/>
          </p:cNvCxnSpPr>
          <p:nvPr/>
        </p:nvCxnSpPr>
        <p:spPr>
          <a:xfrm flipV="1">
            <a:off x="3103923" y="3336340"/>
            <a:ext cx="1061493" cy="2160883"/>
          </a:xfrm>
          <a:prstGeom prst="straightConnector1">
            <a:avLst/>
          </a:prstGeom>
          <a:ln w="3175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ector recto de flecha 119">
            <a:extLst>
              <a:ext uri="{FF2B5EF4-FFF2-40B4-BE49-F238E27FC236}">
                <a16:creationId xmlns:a16="http://schemas.microsoft.com/office/drawing/2014/main" id="{B888E9D7-8768-472D-A737-FE2356D42576}"/>
              </a:ext>
            </a:extLst>
          </p:cNvPr>
          <p:cNvCxnSpPr>
            <a:cxnSpLocks/>
            <a:stCxn id="10" idx="3"/>
            <a:endCxn id="97" idx="1"/>
          </p:cNvCxnSpPr>
          <p:nvPr/>
        </p:nvCxnSpPr>
        <p:spPr>
          <a:xfrm flipV="1">
            <a:off x="3103921" y="3336340"/>
            <a:ext cx="1061495" cy="3080701"/>
          </a:xfrm>
          <a:prstGeom prst="straightConnector1">
            <a:avLst/>
          </a:prstGeom>
          <a:ln w="3175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ector recto de flecha 123">
            <a:extLst>
              <a:ext uri="{FF2B5EF4-FFF2-40B4-BE49-F238E27FC236}">
                <a16:creationId xmlns:a16="http://schemas.microsoft.com/office/drawing/2014/main" id="{AB02CD47-74C0-4A89-AA64-AD2581CE4412}"/>
              </a:ext>
            </a:extLst>
          </p:cNvPr>
          <p:cNvCxnSpPr>
            <a:cxnSpLocks/>
            <a:stCxn id="97" idx="3"/>
            <a:endCxn id="1034" idx="1"/>
          </p:cNvCxnSpPr>
          <p:nvPr/>
        </p:nvCxnSpPr>
        <p:spPr>
          <a:xfrm flipV="1">
            <a:off x="5869443" y="3307753"/>
            <a:ext cx="1683317" cy="28587"/>
          </a:xfrm>
          <a:prstGeom prst="straightConnector1">
            <a:avLst/>
          </a:prstGeom>
          <a:ln w="12700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4" name="Picture 10" descr="Python Logo PNG Transparent – Brands Logos">
            <a:extLst>
              <a:ext uri="{FF2B5EF4-FFF2-40B4-BE49-F238E27FC236}">
                <a16:creationId xmlns:a16="http://schemas.microsoft.com/office/drawing/2014/main" id="{7DC72514-4ED2-4F3A-AD58-1FECB8722B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2760" y="2919967"/>
            <a:ext cx="778624" cy="775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9" name="Conector: angular 1038">
            <a:extLst>
              <a:ext uri="{FF2B5EF4-FFF2-40B4-BE49-F238E27FC236}">
                <a16:creationId xmlns:a16="http://schemas.microsoft.com/office/drawing/2014/main" id="{8AD65D04-9D8D-41D6-B527-98BE57AD2876}"/>
              </a:ext>
            </a:extLst>
          </p:cNvPr>
          <p:cNvCxnSpPr>
            <a:cxnSpLocks/>
            <a:stCxn id="1034" idx="0"/>
            <a:endCxn id="97" idx="0"/>
          </p:cNvCxnSpPr>
          <p:nvPr/>
        </p:nvCxnSpPr>
        <p:spPr>
          <a:xfrm rot="16200000" flipH="1" flipV="1">
            <a:off x="6461804" y="1475592"/>
            <a:ext cx="35893" cy="2924642"/>
          </a:xfrm>
          <a:prstGeom prst="bentConnector3">
            <a:avLst>
              <a:gd name="adj1" fmla="val -636893"/>
            </a:avLst>
          </a:prstGeom>
          <a:ln w="12700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44" name="Imagen 1043">
            <a:extLst>
              <a:ext uri="{FF2B5EF4-FFF2-40B4-BE49-F238E27FC236}">
                <a16:creationId xmlns:a16="http://schemas.microsoft.com/office/drawing/2014/main" id="{44F01386-7843-42F2-904C-3D071303E9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4032" y="2749570"/>
            <a:ext cx="884995" cy="1018312"/>
          </a:xfrm>
          <a:prstGeom prst="rect">
            <a:avLst/>
          </a:prstGeom>
        </p:spPr>
      </p:pic>
      <p:cxnSp>
        <p:nvCxnSpPr>
          <p:cNvPr id="1046" name="Conector: angular 1045">
            <a:extLst>
              <a:ext uri="{FF2B5EF4-FFF2-40B4-BE49-F238E27FC236}">
                <a16:creationId xmlns:a16="http://schemas.microsoft.com/office/drawing/2014/main" id="{E240BB24-EC1F-48A8-9BC8-8D6E186C0E89}"/>
              </a:ext>
            </a:extLst>
          </p:cNvPr>
          <p:cNvCxnSpPr>
            <a:cxnSpLocks/>
            <a:stCxn id="97" idx="2"/>
            <a:endCxn id="1044" idx="2"/>
          </p:cNvCxnSpPr>
          <p:nvPr/>
        </p:nvCxnSpPr>
        <p:spPr>
          <a:xfrm rot="16200000" flipH="1">
            <a:off x="7251449" y="1482800"/>
            <a:ext cx="51063" cy="4519100"/>
          </a:xfrm>
          <a:prstGeom prst="bentConnector3">
            <a:avLst>
              <a:gd name="adj1" fmla="val 547682"/>
            </a:avLst>
          </a:prstGeom>
          <a:ln w="12700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73265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63</Words>
  <Application>Microsoft Office PowerPoint</Application>
  <PresentationFormat>Panorámica</PresentationFormat>
  <Paragraphs>26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Marco Ticllacuri Corpus</dc:creator>
  <cp:lastModifiedBy>Marco Ticllacuri Corpus</cp:lastModifiedBy>
  <cp:revision>7</cp:revision>
  <dcterms:created xsi:type="dcterms:W3CDTF">2025-10-23T20:48:42Z</dcterms:created>
  <dcterms:modified xsi:type="dcterms:W3CDTF">2025-10-23T22:45:57Z</dcterms:modified>
</cp:coreProperties>
</file>